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3DC2"/>
    <a:srgbClr val="B43EF6"/>
    <a:srgbClr val="7527AF"/>
    <a:srgbClr val="290A45"/>
    <a:srgbClr val="350F54"/>
    <a:srgbClr val="260941"/>
    <a:srgbClr val="4A1672"/>
    <a:srgbClr val="2A0A49"/>
    <a:srgbClr val="5B1696"/>
    <a:srgbClr val="370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6" autoAdjust="0"/>
    <p:restoredTop sz="90588" autoAdjust="0"/>
  </p:normalViewPr>
  <p:slideViewPr>
    <p:cSldViewPr snapToGrid="0">
      <p:cViewPr varScale="1">
        <p:scale>
          <a:sx n="72" d="100"/>
          <a:sy n="72" d="100"/>
        </p:scale>
        <p:origin x="202" y="-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051BDE-BA09-4487-9A70-2AC13B6E99C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E300B-B89B-45E4-9697-AE5985B93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2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1:45:27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E300B-B89B-45E4-9697-AE5985B937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00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79404-3F23-7AC6-8590-586F8E8F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0246B-44DE-177D-892F-93FCBAF03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B131E-56BD-CDC4-67E2-433C37549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1:45:27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07229-0E49-0360-30AD-9C702A6D5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E300B-B89B-45E4-9697-AE5985B937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32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45093-0D66-1D25-3AF6-52D61DAE4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C4D25-0411-CA33-F546-4D4429ECD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83751-5FD6-EAE9-5F50-9BD845818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1:45:27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A09B5-59E2-5F63-EC62-2B0A04025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E300B-B89B-45E4-9697-AE5985B937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30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CF7C-1207-795B-45A1-7BBA6F71B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B6EAD-96FD-4AB4-29FC-4EFAAA2C6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E267C-7285-E263-760F-C4EA0F444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69C78-6708-47D9-9C43-205F7E2FB3B2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8B6D1-4E68-CB54-94E2-CA9DA755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3C2DF-2E27-075E-8586-3A4070AF7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42E0-AF08-4054-86F6-5566CCEC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8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28D2-E667-F768-47DD-CA6C3DF3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39995-D8AE-DABE-5EEC-295EDDDAE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A8D68-CA79-EBBA-80F1-7A1746BA5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69C78-6708-47D9-9C43-205F7E2FB3B2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5BC4D-680F-486A-2537-D92F317CC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B76BB-D91E-5A26-0558-865274087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42E0-AF08-4054-86F6-5566CCEC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685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698E-23A0-4B39-F070-22D33D354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01833-A89D-71C9-9E32-396882141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1835C-2B4F-113F-F1D2-34528A72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69C78-6708-47D9-9C43-205F7E2FB3B2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1ECCC-6532-03E8-D809-B287122B5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CCFA3-90E2-5BEC-EF2B-EF5CA851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42E0-AF08-4054-86F6-5566CCEC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48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E5876-4FD9-A606-A7FC-35304DB0A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CEA6A-DAF2-7BFE-5475-D61CE6D78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D5670-6CDE-9641-466E-A503305CB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98DF2-269C-F6DD-B70D-2CD80FFE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69C78-6708-47D9-9C43-205F7E2FB3B2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29BBC-1309-2227-9392-62607F2F2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0E615-47DA-51C1-D13C-8D56FF20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42E0-AF08-4054-86F6-5566CCEC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03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BD278-D75E-EB6E-199C-35DCFB5B5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5790A-A045-E678-42B9-795B862E4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CB9AC-B819-0325-3987-8B6AEEC14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F5CB3C-CFE4-6148-D921-36546ABFA5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8061D-4C57-FF36-6C64-466080096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4728BA-429D-8625-1F30-ED1DD3D2B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69C78-6708-47D9-9C43-205F7E2FB3B2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E052AD-BBCA-A9C8-ADF2-365967BC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58C1E-6EBA-C45E-9EC8-2F2724932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42E0-AF08-4054-86F6-5566CCEC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51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58C7E-D7A8-2C79-E05A-46DE5535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9A149B-5B3B-3839-45A8-A10BCEA49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69C78-6708-47D9-9C43-205F7E2FB3B2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FCC56-663F-7A5E-076D-A428574AA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BE773-2EE7-B6FE-965D-ADA01D66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42E0-AF08-4054-86F6-5566CCEC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37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EC0D32-0CC4-ADC8-8813-7550F1BF7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69C78-6708-47D9-9C43-205F7E2FB3B2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70686-CBB9-E2CF-0FE7-009906101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9349A-28CE-1368-75F5-61B931C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42E0-AF08-4054-86F6-5566CCEC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31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7646-B0A7-DAF5-373B-C5E3606BA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39C17-1BAA-A6C1-78D1-AA09F1A62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D964F-7A1E-DE96-9D08-FDA6B1E55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DDF5B-F41A-D2CB-033D-E4CA89E69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69C78-6708-47D9-9C43-205F7E2FB3B2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F890A-6F54-4EB7-FE63-77F61088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5C70D-5303-06ED-29F5-A5134A53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42E0-AF08-4054-86F6-5566CCEC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4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818C-4495-0C2D-5EE1-7ECD5DA9D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DBBEFC-4F04-31AB-AA90-2FDE0696D9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CBD40-D985-6B00-E1C5-C95D0D935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159F3-EE1D-6E53-EA5B-3F49EDA6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69C78-6708-47D9-9C43-205F7E2FB3B2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E992C-AB0A-5339-DE2D-905055461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12FE5-DC5F-EE3E-92D3-BBBCE1EB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42E0-AF08-4054-86F6-5566CCEC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9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C5A9-A187-7FFE-C2FA-C51C157B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1FFC7-79E4-1171-0E93-831C03D15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E4E6E-D801-85FA-D368-50FDFCB1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69C78-6708-47D9-9C43-205F7E2FB3B2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C9000-4DA6-58CC-3504-A0D6ABC80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35F91-BA3A-10D2-FCD3-88DB5192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42E0-AF08-4054-86F6-5566CCEC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8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6CCC96-2C73-FB44-CA0F-4F2A579F9E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D26EC-C9E0-13ED-6C8F-0DBA87F9D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3B3C1-8396-CBA5-DA26-62D2196F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69C78-6708-47D9-9C43-205F7E2FB3B2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25C7A-EB18-7174-CE41-673854321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07139-B629-ED57-F654-3F5B11E2E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42E0-AF08-4054-86F6-5566CCEC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78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30D130-B831-3D92-A066-A37A1E2F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0EED1-7ED7-DFB8-6724-48B77F13E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3F38F-E97F-9726-62AE-E5989529CD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69C78-6708-47D9-9C43-205F7E2FB3B2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233EF-E0FE-1878-87BC-748F47507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86BF4-B73B-7ACD-A50B-19B9E83B6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142E0-AF08-4054-86F6-5566CCEC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87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8F1A0F-C92A-08F1-0E3B-FD3B51725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E712C404-8C24-C8AD-8CF7-5C313DBB3331}"/>
              </a:ext>
            </a:extLst>
          </p:cNvPr>
          <p:cNvSpPr/>
          <p:nvPr/>
        </p:nvSpPr>
        <p:spPr>
          <a:xfrm rot="5400000">
            <a:off x="-2164327" y="3020961"/>
            <a:ext cx="5144730" cy="816077"/>
          </a:xfrm>
          <a:prstGeom prst="round2SameRect">
            <a:avLst/>
          </a:prstGeom>
          <a:gradFill flip="none" rotWithShape="1">
            <a:gsLst>
              <a:gs pos="0">
                <a:srgbClr val="B43EF6"/>
              </a:gs>
              <a:gs pos="35000">
                <a:srgbClr val="260941"/>
              </a:gs>
              <a:gs pos="100000">
                <a:srgbClr val="14061F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6E991659-F0F9-0E20-0695-DCA5169CA7D1}"/>
              </a:ext>
            </a:extLst>
          </p:cNvPr>
          <p:cNvSpPr/>
          <p:nvPr/>
        </p:nvSpPr>
        <p:spPr>
          <a:xfrm rot="10800000">
            <a:off x="1152826" y="-2"/>
            <a:ext cx="10655713" cy="856636"/>
          </a:xfrm>
          <a:prstGeom prst="round2SameRect">
            <a:avLst/>
          </a:prstGeom>
          <a:solidFill>
            <a:srgbClr val="4A1672"/>
          </a:solidFill>
          <a:ln>
            <a:noFill/>
          </a:ln>
          <a:effectLst>
            <a:outerShdw blurRad="50800" dist="38100" dir="5400000" algn="t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45C469-B48F-E02C-A787-9817509F1418}"/>
              </a:ext>
            </a:extLst>
          </p:cNvPr>
          <p:cNvSpPr/>
          <p:nvPr/>
        </p:nvSpPr>
        <p:spPr>
          <a:xfrm>
            <a:off x="1152825" y="1071717"/>
            <a:ext cx="10655713" cy="1602658"/>
          </a:xfrm>
          <a:prstGeom prst="roundRect">
            <a:avLst/>
          </a:prstGeom>
          <a:solidFill>
            <a:srgbClr val="290A4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F08CE2-BA5C-CDF8-C863-4A9CD9B71A82}"/>
              </a:ext>
            </a:extLst>
          </p:cNvPr>
          <p:cNvSpPr/>
          <p:nvPr/>
        </p:nvSpPr>
        <p:spPr>
          <a:xfrm>
            <a:off x="1152825" y="2944763"/>
            <a:ext cx="5179150" cy="3436372"/>
          </a:xfrm>
          <a:prstGeom prst="roundRect">
            <a:avLst/>
          </a:prstGeom>
          <a:solidFill>
            <a:srgbClr val="290A4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06EE1F7-434A-0E05-645A-1880E2DB6DD7}"/>
              </a:ext>
            </a:extLst>
          </p:cNvPr>
          <p:cNvSpPr/>
          <p:nvPr/>
        </p:nvSpPr>
        <p:spPr>
          <a:xfrm>
            <a:off x="6629388" y="2944763"/>
            <a:ext cx="5179150" cy="3436372"/>
          </a:xfrm>
          <a:prstGeom prst="roundRect">
            <a:avLst/>
          </a:prstGeom>
          <a:solidFill>
            <a:srgbClr val="290A4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AE0216D-C860-C8FE-80ED-5C24EF9DD886}"/>
              </a:ext>
            </a:extLst>
          </p:cNvPr>
          <p:cNvSpPr/>
          <p:nvPr/>
        </p:nvSpPr>
        <p:spPr>
          <a:xfrm>
            <a:off x="155210" y="1735466"/>
            <a:ext cx="507056" cy="50705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53B9B78-5C83-2B77-BBC8-68FD1D1E47F8}"/>
              </a:ext>
            </a:extLst>
          </p:cNvPr>
          <p:cNvSpPr/>
          <p:nvPr/>
        </p:nvSpPr>
        <p:spPr>
          <a:xfrm>
            <a:off x="155210" y="4901701"/>
            <a:ext cx="507056" cy="507056"/>
          </a:xfrm>
          <a:prstGeom prst="ellipse">
            <a:avLst/>
          </a:prstGeom>
          <a:solidFill>
            <a:schemeClr val="bg1">
              <a:lumMod val="8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D933618-4009-9D64-1A77-0F7D8D8B0125}"/>
              </a:ext>
            </a:extLst>
          </p:cNvPr>
          <p:cNvSpPr/>
          <p:nvPr/>
        </p:nvSpPr>
        <p:spPr>
          <a:xfrm>
            <a:off x="155210" y="3318584"/>
            <a:ext cx="507056" cy="507056"/>
          </a:xfrm>
          <a:prstGeom prst="ellipse">
            <a:avLst/>
          </a:prstGeom>
          <a:solidFill>
            <a:schemeClr val="bg1">
              <a:lumMod val="8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7825D1-F8D0-7B81-E785-933C4BE63D57}"/>
              </a:ext>
            </a:extLst>
          </p:cNvPr>
          <p:cNvSpPr/>
          <p:nvPr/>
        </p:nvSpPr>
        <p:spPr>
          <a:xfrm>
            <a:off x="155210" y="929384"/>
            <a:ext cx="507056" cy="507056"/>
          </a:xfrm>
          <a:prstGeom prst="roundRect">
            <a:avLst/>
          </a:prstGeom>
          <a:solidFill>
            <a:srgbClr val="F73DC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44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AF5F9-8BB4-0194-7A96-B3D6A6426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1F6B9A-C857-1AF4-39B5-656A9583F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141"/>
            <a:ext cx="12192000" cy="6858000"/>
          </a:xfrm>
          <a:prstGeom prst="rect">
            <a:avLst/>
          </a:prstGeom>
        </p:spPr>
      </p:pic>
      <p:pic>
        <p:nvPicPr>
          <p:cNvPr id="20" name="Graphic 19" descr="Fireworks with solid fill">
            <a:extLst>
              <a:ext uri="{FF2B5EF4-FFF2-40B4-BE49-F238E27FC236}">
                <a16:creationId xmlns:a16="http://schemas.microsoft.com/office/drawing/2014/main" id="{EFF17650-EEEE-5C12-3A66-21DF22DC1A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3057" y="4931414"/>
            <a:ext cx="3163419" cy="3163419"/>
          </a:xfrm>
          <a:prstGeom prst="rect">
            <a:avLst/>
          </a:prstGeom>
        </p:spPr>
      </p:pic>
      <p:pic>
        <p:nvPicPr>
          <p:cNvPr id="19" name="Graphic 18" descr="Fireworks with solid fill">
            <a:extLst>
              <a:ext uri="{FF2B5EF4-FFF2-40B4-BE49-F238E27FC236}">
                <a16:creationId xmlns:a16="http://schemas.microsoft.com/office/drawing/2014/main" id="{49EC290F-0D1E-200B-E0CE-F555D4E703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59909" y="5246627"/>
            <a:ext cx="2351971" cy="2351971"/>
          </a:xfrm>
          <a:prstGeom prst="rect">
            <a:avLst/>
          </a:prstGeom>
        </p:spPr>
      </p:pic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C34676D7-05CD-E999-7C99-86F54F55A30D}"/>
              </a:ext>
            </a:extLst>
          </p:cNvPr>
          <p:cNvSpPr/>
          <p:nvPr/>
        </p:nvSpPr>
        <p:spPr>
          <a:xfrm rot="5400000">
            <a:off x="-2164327" y="3020961"/>
            <a:ext cx="5144730" cy="816077"/>
          </a:xfrm>
          <a:prstGeom prst="round2SameRect">
            <a:avLst/>
          </a:prstGeom>
          <a:gradFill flip="none" rotWithShape="1">
            <a:gsLst>
              <a:gs pos="0">
                <a:srgbClr val="B43EF6"/>
              </a:gs>
              <a:gs pos="35000">
                <a:srgbClr val="260941"/>
              </a:gs>
              <a:gs pos="100000">
                <a:srgbClr val="14061F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EEFB4BCE-11F1-B837-49EB-D79CD9AE353F}"/>
              </a:ext>
            </a:extLst>
          </p:cNvPr>
          <p:cNvSpPr/>
          <p:nvPr/>
        </p:nvSpPr>
        <p:spPr>
          <a:xfrm rot="10800000">
            <a:off x="1152826" y="-2"/>
            <a:ext cx="10655713" cy="856636"/>
          </a:xfrm>
          <a:prstGeom prst="round2SameRect">
            <a:avLst/>
          </a:prstGeom>
          <a:solidFill>
            <a:srgbClr val="4A1672"/>
          </a:solidFill>
          <a:ln>
            <a:noFill/>
          </a:ln>
          <a:effectLst>
            <a:outerShdw blurRad="50800" dist="38100" dir="5400000" algn="t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A32942-391F-5FF3-FA4E-B77B485D93B3}"/>
              </a:ext>
            </a:extLst>
          </p:cNvPr>
          <p:cNvSpPr/>
          <p:nvPr/>
        </p:nvSpPr>
        <p:spPr>
          <a:xfrm>
            <a:off x="1152825" y="1099370"/>
            <a:ext cx="5307611" cy="1602658"/>
          </a:xfrm>
          <a:prstGeom prst="roundRect">
            <a:avLst/>
          </a:prstGeom>
          <a:solidFill>
            <a:srgbClr val="290A4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3C392D-6EC8-4FD2-9F78-373F5D995C8B}"/>
              </a:ext>
            </a:extLst>
          </p:cNvPr>
          <p:cNvSpPr/>
          <p:nvPr/>
        </p:nvSpPr>
        <p:spPr>
          <a:xfrm>
            <a:off x="1152824" y="2944763"/>
            <a:ext cx="2802949" cy="3436372"/>
          </a:xfrm>
          <a:prstGeom prst="roundRect">
            <a:avLst/>
          </a:prstGeom>
          <a:solidFill>
            <a:srgbClr val="290A4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6DA5423-F2BE-0343-2D5D-D3DC599C5E1A}"/>
              </a:ext>
            </a:extLst>
          </p:cNvPr>
          <p:cNvSpPr/>
          <p:nvPr/>
        </p:nvSpPr>
        <p:spPr>
          <a:xfrm>
            <a:off x="6629388" y="3825639"/>
            <a:ext cx="5179150" cy="2555495"/>
          </a:xfrm>
          <a:prstGeom prst="roundRect">
            <a:avLst/>
          </a:prstGeom>
          <a:solidFill>
            <a:srgbClr val="290A4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EE89887-420E-37E7-DF5B-AC5C99605623}"/>
              </a:ext>
            </a:extLst>
          </p:cNvPr>
          <p:cNvSpPr/>
          <p:nvPr/>
        </p:nvSpPr>
        <p:spPr>
          <a:xfrm>
            <a:off x="155210" y="1735466"/>
            <a:ext cx="507056" cy="507056"/>
          </a:xfrm>
          <a:prstGeom prst="ellipse">
            <a:avLst/>
          </a:prstGeom>
          <a:solidFill>
            <a:schemeClr val="bg1">
              <a:lumMod val="8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B21C294-4E42-1C55-D8F6-DF2F8A9DDD94}"/>
              </a:ext>
            </a:extLst>
          </p:cNvPr>
          <p:cNvSpPr/>
          <p:nvPr/>
        </p:nvSpPr>
        <p:spPr>
          <a:xfrm>
            <a:off x="155210" y="4901701"/>
            <a:ext cx="507056" cy="507056"/>
          </a:xfrm>
          <a:prstGeom prst="ellipse">
            <a:avLst/>
          </a:prstGeom>
          <a:solidFill>
            <a:schemeClr val="bg1">
              <a:lumMod val="8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F0E3F87-8329-BFA2-3985-F72D5A03B07E}"/>
              </a:ext>
            </a:extLst>
          </p:cNvPr>
          <p:cNvSpPr/>
          <p:nvPr/>
        </p:nvSpPr>
        <p:spPr>
          <a:xfrm>
            <a:off x="155210" y="3318584"/>
            <a:ext cx="507056" cy="50705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9DB9D0-9454-6B89-8DBF-C1C561D989D3}"/>
              </a:ext>
            </a:extLst>
          </p:cNvPr>
          <p:cNvSpPr/>
          <p:nvPr/>
        </p:nvSpPr>
        <p:spPr>
          <a:xfrm>
            <a:off x="155210" y="929384"/>
            <a:ext cx="507056" cy="507056"/>
          </a:xfrm>
          <a:prstGeom prst="roundRect">
            <a:avLst/>
          </a:prstGeom>
          <a:solidFill>
            <a:srgbClr val="F73DC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24452D-F6C3-8FC0-04DF-540FBA40ED95}"/>
              </a:ext>
            </a:extLst>
          </p:cNvPr>
          <p:cNvSpPr/>
          <p:nvPr/>
        </p:nvSpPr>
        <p:spPr>
          <a:xfrm>
            <a:off x="4108464" y="2944763"/>
            <a:ext cx="2351972" cy="3436372"/>
          </a:xfrm>
          <a:prstGeom prst="roundRect">
            <a:avLst/>
          </a:prstGeom>
          <a:solidFill>
            <a:srgbClr val="290A4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408D6C-3C88-1E15-57C0-7E49AD985101}"/>
              </a:ext>
            </a:extLst>
          </p:cNvPr>
          <p:cNvSpPr/>
          <p:nvPr/>
        </p:nvSpPr>
        <p:spPr>
          <a:xfrm>
            <a:off x="6629388" y="1099370"/>
            <a:ext cx="5179150" cy="2555494"/>
          </a:xfrm>
          <a:prstGeom prst="roundRect">
            <a:avLst/>
          </a:prstGeom>
          <a:solidFill>
            <a:srgbClr val="290A4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19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7FEFB-E961-8AA7-3166-B46CF23E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60D697-CA7B-20D3-3896-052F38064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A03FDB7D-4F65-0CE1-3E11-0F9494149127}"/>
              </a:ext>
            </a:extLst>
          </p:cNvPr>
          <p:cNvSpPr/>
          <p:nvPr/>
        </p:nvSpPr>
        <p:spPr>
          <a:xfrm rot="5400000">
            <a:off x="-2164327" y="3020961"/>
            <a:ext cx="5144730" cy="816077"/>
          </a:xfrm>
          <a:prstGeom prst="round2SameRect">
            <a:avLst/>
          </a:prstGeom>
          <a:gradFill flip="none" rotWithShape="1">
            <a:gsLst>
              <a:gs pos="0">
                <a:srgbClr val="B43EF6"/>
              </a:gs>
              <a:gs pos="35000">
                <a:srgbClr val="260941"/>
              </a:gs>
              <a:gs pos="100000">
                <a:srgbClr val="14061F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16CCD64E-8107-911B-2105-0C8E0B2AB009}"/>
              </a:ext>
            </a:extLst>
          </p:cNvPr>
          <p:cNvSpPr/>
          <p:nvPr/>
        </p:nvSpPr>
        <p:spPr>
          <a:xfrm rot="10800000">
            <a:off x="1152826" y="-2"/>
            <a:ext cx="10655713" cy="856636"/>
          </a:xfrm>
          <a:prstGeom prst="round2SameRect">
            <a:avLst/>
          </a:prstGeom>
          <a:solidFill>
            <a:srgbClr val="4A1672"/>
          </a:solidFill>
          <a:ln>
            <a:noFill/>
          </a:ln>
          <a:effectLst>
            <a:outerShdw blurRad="50800" dist="38100" dir="5400000" algn="t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55BF0D-A5ED-2867-E6DA-A690FA2BD751}"/>
              </a:ext>
            </a:extLst>
          </p:cNvPr>
          <p:cNvSpPr/>
          <p:nvPr/>
        </p:nvSpPr>
        <p:spPr>
          <a:xfrm>
            <a:off x="1152825" y="1071717"/>
            <a:ext cx="10655713" cy="1602658"/>
          </a:xfrm>
          <a:prstGeom prst="roundRect">
            <a:avLst/>
          </a:prstGeom>
          <a:solidFill>
            <a:srgbClr val="290A4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48A3AA0-D0F7-5D99-881B-544BCB2F099D}"/>
              </a:ext>
            </a:extLst>
          </p:cNvPr>
          <p:cNvSpPr/>
          <p:nvPr/>
        </p:nvSpPr>
        <p:spPr>
          <a:xfrm>
            <a:off x="1152825" y="2944763"/>
            <a:ext cx="5179150" cy="3436372"/>
          </a:xfrm>
          <a:prstGeom prst="roundRect">
            <a:avLst/>
          </a:prstGeom>
          <a:solidFill>
            <a:srgbClr val="290A4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DD8A89-9B5C-A1FA-D4C8-9DD6E57C1B5C}"/>
              </a:ext>
            </a:extLst>
          </p:cNvPr>
          <p:cNvSpPr/>
          <p:nvPr/>
        </p:nvSpPr>
        <p:spPr>
          <a:xfrm>
            <a:off x="6629388" y="2944763"/>
            <a:ext cx="5179150" cy="3436372"/>
          </a:xfrm>
          <a:prstGeom prst="roundRect">
            <a:avLst/>
          </a:prstGeom>
          <a:solidFill>
            <a:srgbClr val="290A4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3249BD2-1148-6250-C474-E398AF6477AB}"/>
              </a:ext>
            </a:extLst>
          </p:cNvPr>
          <p:cNvSpPr/>
          <p:nvPr/>
        </p:nvSpPr>
        <p:spPr>
          <a:xfrm>
            <a:off x="155210" y="1735466"/>
            <a:ext cx="507056" cy="507056"/>
          </a:xfrm>
          <a:prstGeom prst="ellipse">
            <a:avLst/>
          </a:prstGeom>
          <a:solidFill>
            <a:schemeClr val="bg1">
              <a:lumMod val="8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39DDBD-208B-EE55-BC9E-4D8ED2AB65C2}"/>
              </a:ext>
            </a:extLst>
          </p:cNvPr>
          <p:cNvSpPr/>
          <p:nvPr/>
        </p:nvSpPr>
        <p:spPr>
          <a:xfrm>
            <a:off x="155210" y="4901701"/>
            <a:ext cx="507056" cy="50705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D7CD9E5-6B5F-55F9-DC60-D96FD02DBB1A}"/>
              </a:ext>
            </a:extLst>
          </p:cNvPr>
          <p:cNvSpPr/>
          <p:nvPr/>
        </p:nvSpPr>
        <p:spPr>
          <a:xfrm>
            <a:off x="155210" y="3318584"/>
            <a:ext cx="507056" cy="507056"/>
          </a:xfrm>
          <a:prstGeom prst="ellipse">
            <a:avLst/>
          </a:prstGeom>
          <a:solidFill>
            <a:schemeClr val="bg1">
              <a:lumMod val="8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F75A68-30EC-6859-4512-9C47F3F331C8}"/>
              </a:ext>
            </a:extLst>
          </p:cNvPr>
          <p:cNvSpPr/>
          <p:nvPr/>
        </p:nvSpPr>
        <p:spPr>
          <a:xfrm>
            <a:off x="155210" y="929384"/>
            <a:ext cx="507056" cy="507056"/>
          </a:xfrm>
          <a:prstGeom prst="roundRect">
            <a:avLst/>
          </a:prstGeom>
          <a:solidFill>
            <a:srgbClr val="F73DC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434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FE64-69A7-2F1D-06EB-4F001BD0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https://coolors.co/531981-350f54-862ebc-7527af-4a1672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6818DB-26C7-1B18-6603-BC5B75C1A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87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534</TotalTime>
  <Words>13</Words>
  <Application>Microsoft Office PowerPoint</Application>
  <PresentationFormat>Widescreen</PresentationFormat>
  <Paragraphs>7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https://coolors.co/531981-350f54-862ebc-7527af-4a1672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9</cp:revision>
  <dcterms:created xsi:type="dcterms:W3CDTF">2025-12-13T15:28:05Z</dcterms:created>
  <dcterms:modified xsi:type="dcterms:W3CDTF">2026-01-02T23:40:15Z</dcterms:modified>
</cp:coreProperties>
</file>